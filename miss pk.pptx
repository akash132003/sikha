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66"/>
    <a:srgbClr val="CC0000"/>
    <a:srgbClr val="33CC33"/>
    <a:srgbClr val="0066CC"/>
    <a:srgbClr val="FF9933"/>
    <a:srgbClr val="FFCC66"/>
    <a:srgbClr val="00FF00"/>
    <a:srgbClr val="6633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188280-4BBE-449D-ACE7-AE95E67EE41D}" v="9" dt="2024-10-04T07:39:53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70" d="100"/>
          <a:sy n="70" d="100"/>
        </p:scale>
        <p:origin x="71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24-Jan-26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0879" y="1146411"/>
            <a:ext cx="2961564" cy="3807725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669814" y="1146411"/>
            <a:ext cx="2961564" cy="3807725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214649" y="5308979"/>
            <a:ext cx="9635320" cy="436728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282890" y="5377218"/>
            <a:ext cx="300250" cy="30025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1067947" y="1150953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669814" y="1146410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46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1067947" y="1150953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1050879" y="1146411"/>
            <a:ext cx="2961564" cy="3807725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669814" y="1146411"/>
            <a:ext cx="2961564" cy="3807725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214649" y="5308979"/>
            <a:ext cx="9635320" cy="436728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388364" y="5377218"/>
            <a:ext cx="300250" cy="30025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669814" y="1146410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43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4669814" y="1146410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1050879" y="1146411"/>
            <a:ext cx="2961564" cy="3807725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1067947" y="1150953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669814" y="1146411"/>
            <a:ext cx="2961564" cy="3807725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214649" y="5308979"/>
            <a:ext cx="9635320" cy="436728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6018676" y="5377218"/>
            <a:ext cx="300250" cy="30025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24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669814" y="1146411"/>
            <a:ext cx="2961564" cy="3807725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669814" y="1146410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1050879" y="1146411"/>
            <a:ext cx="2961564" cy="3807725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1067947" y="1150953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214649" y="5308979"/>
            <a:ext cx="9635320" cy="436728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9389678" y="5377218"/>
            <a:ext cx="300250" cy="30025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6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0879" y="1146411"/>
            <a:ext cx="2961564" cy="3807725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669814" y="1146411"/>
            <a:ext cx="2961564" cy="3807725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214649" y="5308979"/>
            <a:ext cx="9635320" cy="436728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0331381" y="5377218"/>
            <a:ext cx="300250" cy="30025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1067947" y="1150953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669814" y="1146410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8070389" y="1146409"/>
            <a:ext cx="2961564" cy="3807725"/>
          </a:xfrm>
          <a:prstGeom prst="roundRect">
            <a:avLst/>
          </a:prstGeom>
          <a:solidFill>
            <a:srgbClr val="000000">
              <a:alpha val="30196"/>
            </a:srgbClr>
          </a:solidFill>
          <a:ln>
            <a:solidFill>
              <a:srgbClr val="000000">
                <a:alpha val="54902"/>
              </a:srgbClr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39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48</cp:revision>
  <dcterms:created xsi:type="dcterms:W3CDTF">2024-10-04T07:38:53Z</dcterms:created>
  <dcterms:modified xsi:type="dcterms:W3CDTF">2026-01-24T04:44:27Z</dcterms:modified>
</cp:coreProperties>
</file>